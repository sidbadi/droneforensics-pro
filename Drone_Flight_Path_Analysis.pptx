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56CFB2"/>
          </a:solidFill>
          <a:ln w="12700">
            <a:solidFill>
              <a:srgbClr val="56CF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02920"/>
            <a:ext cx="2743200" cy="34747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MINOR PROJECT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Flight Path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C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</a:rPr>
              <a:t>Drone Forensics Pro: Flight Path Analysis &amp; Intelligence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7772400" cy="2286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Siddharth Badiger  |  250447007020  |  M.Tech AI &amp; Data Sciences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National Forensic Sciences University, Goa  |  April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School of Cyber Security &amp; Digital Forensics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Presentation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01168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" y="19659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6060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Challenges in drone log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371600"/>
            <a:ext cx="2011680" cy="50292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15768" y="19659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15768" y="26060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Goals &amp; specific targets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371600"/>
            <a:ext cx="20116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56048" y="19659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Comparison with Existing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6048" y="26060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How our system stands 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13716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371600"/>
            <a:ext cx="20116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96328" y="19659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System Highlights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96328" y="260604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Architecture &amp; key 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Drone Forensics Pro  |  NFSU  | 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749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41148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Drones are rapidly expanding across surveillance, agriculture, delivery, and disaster management.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D1B2A"/>
                </a:solidFill>
              </a:rPr>
              <a:t>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Growing accessibility has introduced serious security challenges: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D1B2A"/>
                </a:solidFill>
              </a:rPr>
              <a:t>
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Privacy violations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Unauthorized surveillance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Smuggling &amp; illegal operations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D1B2A"/>
                </a:solidFill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D1B2A"/>
                </a:solidFill>
              </a:rPr>
              <a:t>Drone forensics—extraction and analysis of flight telemetry—is essential but underdeveloped.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7490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188720"/>
            <a:ext cx="374904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KEY CHALLENGES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181051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7373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Multiple log formats (CSV, GPX, KML, BIN, LOG…) — no standardization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45059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Existing tools focus only on visualization, lacking analytics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09067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0" y="30175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Limited anomaly detection for unknown flight patterns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73075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6576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Difficulty handling incomplete or corrupted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4370832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4297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No intelligent ML-based automated analysis in current tools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Drone Forensics Pro  |  NFSU  | 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56CFB2"/>
          </a:solidFill>
          <a:ln w="12700">
            <a:solidFill>
              <a:srgbClr val="56CF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59436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PRIMARY OBJECTIVE: Develop an intelligent drone forensic analysis system capable of processing and analyzing drone flight logs across multiple formats.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11480" cy="123444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Multi-Format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Design a system supporting CSV, GPX, KML, KMZ, BIN, LOG, XML &amp; PARAM formats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92024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920240"/>
            <a:ext cx="411480" cy="123444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92024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Telemetry 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3774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Extract and normalize latitude, longitude, altitude, and time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92024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920240"/>
            <a:ext cx="411480" cy="123444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92024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Interactive Visualization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774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Visualize drone flight paths on interactive geospatial maps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37560"/>
            <a:ext cx="411480" cy="123444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3756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8680" y="3429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Halt 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7947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Detect halt locations, hovering behavior, and stationary points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33375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3337560"/>
            <a:ext cx="411480" cy="123444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33756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57600" y="3429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37947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Identify anomalies using rule-based and Isolation Forest ML techniques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33756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3337560"/>
            <a:ext cx="411480" cy="123444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33756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446520" y="34290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Graceful Error Handling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37947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Handle incomplete or non-telemetry data without system failure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Drone Forensics Pro  |  NFSU  | 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Comparison with Existing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331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/ Capability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325880" cy="4572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97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Mission Planner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097280"/>
            <a:ext cx="1325880" cy="4572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097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QGroundControl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1097280"/>
            <a:ext cx="1325880" cy="4572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097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DJI Log Viewer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214884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97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Drone Forensics Pro 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600200"/>
            <a:ext cx="233172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" y="160020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Multi-Format Support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1600200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0904" y="160020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Partial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77640" y="1600200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32504" y="160020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Partial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600200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160020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DJI Only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600200"/>
            <a:ext cx="2148840" cy="402336"/>
          </a:xfrm>
          <a:prstGeom prst="rect">
            <a:avLst/>
          </a:prstGeom>
          <a:solidFill>
            <a:srgbClr val="E6F7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1600200"/>
            <a:ext cx="2039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373"/>
                </a:solidFill>
              </a:rPr>
              <a:t>✓ Full (9 formats)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039112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2039112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Anomaly Detection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2039112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0904" y="2039112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Basic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77640" y="2039112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32504" y="2039112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49240" y="2039112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4104" y="2039112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None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2039112"/>
            <a:ext cx="2148840" cy="402336"/>
          </a:xfrm>
          <a:prstGeom prst="rect">
            <a:avLst/>
          </a:prstGeom>
          <a:solidFill>
            <a:srgbClr val="E6F7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2039112"/>
            <a:ext cx="2039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373"/>
                </a:solidFill>
              </a:rPr>
              <a:t>✓ Rule-Based + ML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2478024"/>
            <a:ext cx="233172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" y="2478024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Machine Learning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2478024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60904" y="2478024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977640" y="2478024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32504" y="2478024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9240" y="2478024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04104" y="2478024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20840" y="2478024"/>
            <a:ext cx="2148840" cy="402336"/>
          </a:xfrm>
          <a:prstGeom prst="rect">
            <a:avLst/>
          </a:prstGeom>
          <a:solidFill>
            <a:srgbClr val="E6F7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75704" y="2478024"/>
            <a:ext cx="2039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373"/>
                </a:solidFill>
              </a:rPr>
              <a:t>✓ Isolation Forest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2916936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" y="2916936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Halt / Hover Detection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2916936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60904" y="2916936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977640" y="2916936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32504" y="2916936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49240" y="2916936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04104" y="2916936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720840" y="2916936"/>
            <a:ext cx="2148840" cy="402336"/>
          </a:xfrm>
          <a:prstGeom prst="rect">
            <a:avLst/>
          </a:prstGeom>
          <a:solidFill>
            <a:srgbClr val="E6F7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75704" y="2916936"/>
            <a:ext cx="2039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373"/>
                </a:solidFill>
              </a:rPr>
              <a:t>✓ Speed &amp; Distance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8600" y="3355848"/>
            <a:ext cx="233172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3464" y="3355848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Forensic Focus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06040" y="3355848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60904" y="3355848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977640" y="3355848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32504" y="3355848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349240" y="3355848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04104" y="3355848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Partial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720840" y="3355848"/>
            <a:ext cx="2148840" cy="402336"/>
          </a:xfrm>
          <a:prstGeom prst="rect">
            <a:avLst/>
          </a:prstGeom>
          <a:solidFill>
            <a:srgbClr val="E6F7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75704" y="3355848"/>
            <a:ext cx="2039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373"/>
                </a:solidFill>
              </a:rPr>
              <a:t>✓ Purpose-Built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8600" y="3794760"/>
            <a:ext cx="2331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3464" y="3794760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Handles Incomplete Data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606040" y="379476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60904" y="379476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977640" y="379476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32504" y="379476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Partial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349240" y="379476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04104" y="379476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720840" y="3794760"/>
            <a:ext cx="2148840" cy="402336"/>
          </a:xfrm>
          <a:prstGeom prst="rect">
            <a:avLst/>
          </a:prstGeom>
          <a:solidFill>
            <a:srgbClr val="E6F7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75704" y="3794760"/>
            <a:ext cx="2039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373"/>
                </a:solidFill>
              </a:rPr>
              <a:t>✓ Graceful Fallback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28600" y="4233672"/>
            <a:ext cx="233172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3464" y="4233672"/>
            <a:ext cx="22219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Interactive Web Interface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606040" y="4233672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60904" y="4233672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977640" y="4233672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32504" y="4233672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349240" y="4233672"/>
            <a:ext cx="1325880" cy="402336"/>
          </a:xfrm>
          <a:prstGeom prst="rect">
            <a:avLst/>
          </a:prstGeom>
          <a:solidFill>
            <a:srgbClr val="EA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04104" y="4233672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</a:rPr>
              <a:t>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720840" y="4233672"/>
            <a:ext cx="2148840" cy="402336"/>
          </a:xfrm>
          <a:prstGeom prst="rect">
            <a:avLst/>
          </a:prstGeom>
          <a:solidFill>
            <a:srgbClr val="E6F7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75704" y="4233672"/>
            <a:ext cx="2039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373"/>
                </a:solidFill>
              </a:rPr>
              <a:t>✓ Streamlit Web App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Drone Forensics Pro  |  NFSU  | 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Drone Forensics Pro Stands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56CF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4114800" cy="384048"/>
          </a:xfrm>
          <a:prstGeom prst="rect">
            <a:avLst/>
          </a:prstGeom>
          <a:solidFill>
            <a:srgbClr val="56CFB2"/>
          </a:solidFill>
          <a:ln w="12700">
            <a:solidFill>
              <a:srgbClr val="56C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9 File Formats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CSV, GPX, KML, KMZ, BIN, LOG, XML, PARAM, TXT — the only unified multi-format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41148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34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Hybrid ML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Combines rule-based thresholds + Isolation Forest to catch both known and unknown anomalies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0E959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4114800" cy="384048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Forensic-Grade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474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Purpose-built for cyber forensics; not a general flight monitor — handles missing GPS gracefully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411480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Interactive Web App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474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Streamlit-based UI with real-time maps, heatmaps, halt markers, and direction arrows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Drone Forensics Pro  |  NFSU  | 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6CFB2"/>
          </a:solidFill>
          <a:ln w="12700">
            <a:solidFill>
              <a:srgbClr val="56C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2286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CFB2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" cy="2560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Multi-format ingestion across 9 file types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56032" cy="2560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29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Hybrid anomaly detection (rule-based + Isolation Forest)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256032" cy="2560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578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Accurate halt/hover behavior identification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256032" cy="2560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127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Robust handling of incomplete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56032" cy="2560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675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User-friendly, browser-based interface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36576" cy="3474720"/>
          </a:xfrm>
          <a:prstGeom prst="rect">
            <a:avLst/>
          </a:prstGeom>
          <a:solidFill>
            <a:srgbClr val="0E9594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1536192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49961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Real-time drone tracking integration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029968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993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Deep learning (LSTM) for trajectory prediction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523744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4871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3D flight path visualization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017520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98094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Automated PDF forensic reports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511296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474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GPS spoofing detection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4005072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396849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Cloud storage &amp; user authentication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Thank You  |  Siddharth Badiger  |  NFSU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Drone Flight Path Analysis System</dc:title>
  <dc:subject>PptxGenJS Presentation</dc:subject>
  <dc:creator>PptxGenJS</dc:creator>
  <cp:lastModifiedBy>PptxGenJS</cp:lastModifiedBy>
  <cp:revision>1</cp:revision>
  <dcterms:created xsi:type="dcterms:W3CDTF">2026-04-09T05:33:54Z</dcterms:created>
  <dcterms:modified xsi:type="dcterms:W3CDTF">2026-04-09T05:33:54Z</dcterms:modified>
</cp:coreProperties>
</file>